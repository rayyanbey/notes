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014-90CA-70C4-F325-88386325F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94397-610E-8794-BB48-9B00C68B5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8D23-9530-AF61-2ABD-47CDE82F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A5FE6-9D67-C1C6-E44A-C0271C7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2E62-707F-A559-BD3A-40E00F0A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0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A2AA-3276-B7BF-4C82-BDEF00EB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E8635-F7B4-4D5E-AD9E-5CF5AF1F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8618-516B-E313-A8FA-1C8D577D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DEC67-32C3-07F1-3CF9-ABFAA621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98138-46D8-C29E-A6C6-BF2CE492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5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05B3-9701-C0E2-6E20-1C1A9AB7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4ED86-8D36-DE3F-F02A-514C1862B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81B7-C662-E810-3AA8-F162EA2A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CC294-C3B6-CF93-B56E-D0A515A3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DB3F6-4FBD-AAA1-21A3-4C36D289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8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1FE6-5B26-E073-1AE8-A51384BE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588C3-B187-A401-4874-23303AAA1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492D7-0C53-FE8C-9849-871DABDBC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6522C-D4AD-D943-677B-DCDA256F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A667E-12A0-81FE-C38C-34FD4F8A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D4900-6AE1-F21F-7EB7-94D01AEE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00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915E-E81A-8390-1745-9D46F85A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84448-9622-B13F-77F9-2E437F4EE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3C584-46EC-BE50-E51B-B18F89614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1CC80-FE61-0F8E-C706-E2B854FFC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20331-DB40-3011-C8D4-B565FD9C6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DDC1C-E4D6-C992-D42E-D51F10E46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4D502-01F9-FE58-5722-B9F62DB4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A70276-A761-2007-8F00-CBEDE692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3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E3EF-38BF-9979-7288-4034C5BE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4CE8F-A878-6614-4AB1-1211471D3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883E8-229C-2489-9337-F6E41E206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9F3D4-3BE5-3795-8586-324B126F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5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020C5-7A9C-EE27-7157-7DB6FF73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84963-9456-03A9-1F3D-EA0766A3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ABD30-728D-4E3B-6396-336EF4D1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8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54AF-49B6-804B-2495-479F6EF4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09D93-7331-9157-58E0-49D671FDA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8CE46-D7C3-8218-5CF4-A818723F0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EBACB-685B-4557-869B-2654596B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2F0D0-4DEA-911C-95F4-2BCDCD6F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A93A-3F1D-D7B1-3653-506EC4F7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5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75AC-743F-E181-9647-EBA93CB1E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63E42-8C6A-1067-2317-4E95F1A0C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CFC94-8955-A289-49EE-F0D3EBA1C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937D7-43ED-58D0-3B52-69F8AAD4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B9392-26AF-0EFC-29DF-2CC37673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F11F7-4991-8C4F-D694-CEC3BD0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3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DF71-05CB-8CA9-EF78-541225B9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C6621-7095-5D83-C25C-B5D8AF7EC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03C40-B7FB-B7D7-AF7D-496C09F4E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AF341-FED3-5707-227F-B2B31A7B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6078E-5156-5644-E513-52F3F78D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9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4E37D-0DE2-5B64-109F-CB754DB5FD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3F9D8-3D9C-F1FD-7BCA-8835F1C7A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1BD4A-2EBF-C8E8-08C5-F71132AA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A889B-4C22-F38E-64D5-870C326D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664-9E98-238F-A6F0-A221AB32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7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3CDF7-DC11-58FD-E8F9-7AA82399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82EEC-4D91-20CA-1A4A-AFC42422B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5B8CE-F1F7-0A7B-E940-BEFC6B8B2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9EC67-27FE-41AC-977F-F37972604FA3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78078-7B32-B4AD-6403-4105DB796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66596-BE98-28F7-76C6-A6022A3F7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F8018-33EB-4130-BE00-B4FCF678F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1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CE44-61E0-8F53-6F46-77B7F7598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A" dirty="0">
                <a:solidFill>
                  <a:srgbClr val="00B050"/>
                </a:solidFill>
              </a:rPr>
              <a:t>لا إله إلا الله</a:t>
            </a:r>
            <a:br>
              <a:rPr lang="en-US"/>
            </a:br>
            <a:r>
              <a:rPr lang="en-US"/>
              <a:t>The Meaning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13F68-BB14-0827-C20B-48410EF348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accent3">
                    <a:lumMod val="75000"/>
                  </a:schemeClr>
                </a:solidFill>
              </a:rPr>
              <a:t>Lesson </a:t>
            </a:r>
            <a:r>
              <a:rPr lang="ar-SA" sz="4000" dirty="0">
                <a:solidFill>
                  <a:schemeClr val="accent3">
                    <a:lumMod val="75000"/>
                  </a:schemeClr>
                </a:solidFill>
              </a:rPr>
              <a:t>6</a:t>
            </a:r>
            <a:endParaRPr lang="en-US" sz="4000" dirty="0">
              <a:solidFill>
                <a:schemeClr val="accent3">
                  <a:lumMod val="75000"/>
                </a:schemeClr>
              </a:solidFill>
            </a:endParaRPr>
          </a:p>
          <a:p>
            <a:pPr algn="l"/>
            <a:r>
              <a:rPr lang="en-US" dirty="0"/>
              <a:t>Chapter: 8</a:t>
            </a:r>
          </a:p>
          <a:p>
            <a:pPr algn="r"/>
            <a:r>
              <a:rPr lang="en-US" dirty="0">
                <a:solidFill>
                  <a:srgbClr val="92D050"/>
                </a:solidFill>
              </a:rPr>
              <a:t>Prepared by: Hamid Kamaluddin</a:t>
            </a:r>
          </a:p>
        </p:txBody>
      </p:sp>
    </p:spTree>
    <p:extLst>
      <p:ext uri="{BB962C8B-B14F-4D97-AF65-F5344CB8AC3E}">
        <p14:creationId xmlns:p14="http://schemas.microsoft.com/office/powerpoint/2010/main" val="413879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5645-51A1-C350-F01A-1AD46DD6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Significance of the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F539-6522-EC73-59BE-37106E0C2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SA" sz="5400" dirty="0">
                <a:solidFill>
                  <a:srgbClr val="00B050"/>
                </a:solidFill>
              </a:rPr>
              <a:t>كلمة الإسلام</a:t>
            </a:r>
          </a:p>
          <a:p>
            <a:pPr algn="r" rtl="1"/>
            <a:r>
              <a:rPr lang="ar-SA" sz="5400" dirty="0">
                <a:solidFill>
                  <a:srgbClr val="00B050"/>
                </a:solidFill>
              </a:rPr>
              <a:t>مفتاح دارالسلام</a:t>
            </a:r>
          </a:p>
          <a:p>
            <a:pPr algn="r" rtl="1"/>
            <a:r>
              <a:rPr lang="ar-SA" sz="5400" dirty="0">
                <a:solidFill>
                  <a:srgbClr val="00B050"/>
                </a:solidFill>
              </a:rPr>
              <a:t>كلمة التقوى</a:t>
            </a:r>
          </a:p>
          <a:p>
            <a:pPr algn="r" rtl="1"/>
            <a:r>
              <a:rPr lang="ar-SA" sz="5400" dirty="0">
                <a:solidFill>
                  <a:srgbClr val="00B050"/>
                </a:solidFill>
              </a:rPr>
              <a:t>العُرْوَةُ الوثقى</a:t>
            </a:r>
            <a:endParaRPr lang="en-US" sz="5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3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46D1-2646-30B8-BDC4-E03E7B00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Meaning of </a:t>
            </a:r>
            <a:r>
              <a:rPr lang="ar-SA" dirty="0"/>
              <a:t>لا إله إلا الله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E253-5C19-BC6A-D01F-C3523A8D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rtl="1"/>
            <a:r>
              <a:rPr lang="ar-SA" sz="3200" dirty="0"/>
              <a:t>معنى إله: [اَلِهَ يَألَهُ]، [لاهَ يَلِيْهُ].</a:t>
            </a:r>
          </a:p>
          <a:p>
            <a:pPr algn="r" rtl="1"/>
            <a:r>
              <a:rPr lang="ar-SA" sz="3200" dirty="0"/>
              <a:t>معنى لا إله إلا الله: لا معبود – حقٌ – إلا الله</a:t>
            </a:r>
            <a:endParaRPr lang="ur-PK" sz="3200" dirty="0"/>
          </a:p>
          <a:p>
            <a:pPr algn="r" rtl="1"/>
            <a:r>
              <a:rPr lang="ur-PK" sz="3200" dirty="0"/>
              <a:t>نف</a:t>
            </a:r>
            <a:r>
              <a:rPr lang="ar-SA" sz="3200" dirty="0"/>
              <a:t>ي و إثبات</a:t>
            </a:r>
          </a:p>
          <a:p>
            <a:pPr algn="r" rtl="1"/>
            <a:r>
              <a:rPr lang="ar-SA" sz="3200" dirty="0"/>
              <a:t>النفي مقدم على الإثبات</a:t>
            </a:r>
          </a:p>
          <a:p>
            <a:pPr algn="r" rtl="1"/>
            <a:r>
              <a:rPr lang="ar-SA" sz="3200" dirty="0"/>
              <a:t>الإثبات بعد النفي يفيد "الحصر"</a:t>
            </a:r>
          </a:p>
          <a:p>
            <a:pPr algn="r" rtl="1"/>
            <a:r>
              <a:rPr lang="ar-SA" sz="3200" dirty="0"/>
              <a:t>والذين تدعون من دونه ما يملكون من قطمير</a:t>
            </a:r>
          </a:p>
          <a:p>
            <a:pPr algn="r" rtl="1"/>
            <a:r>
              <a:rPr lang="ar-SA" sz="3200" dirty="0"/>
              <a:t>إن تدعوهم لا يسمعوا دعاءكم، ولو سمعوا ما استجابوا لكم، ويوم القيامة يكفرون بشرككم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8702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D5A0-D668-99CB-8E62-5FCCE430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Issue of </a:t>
            </a:r>
            <a:r>
              <a:rPr lang="en-US" dirty="0" err="1"/>
              <a:t>Ibaadah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08C8-E41B-A0D8-9643-77BEBFA1A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Shirk, </a:t>
            </a:r>
            <a:r>
              <a:rPr lang="en-US" i="1" dirty="0" err="1"/>
              <a:t>Ibaadah</a:t>
            </a:r>
            <a:r>
              <a:rPr lang="en-US" i="1" dirty="0"/>
              <a:t> of </a:t>
            </a:r>
            <a:r>
              <a:rPr lang="en-US" i="1" dirty="0" err="1"/>
              <a:t>Ghairullah</a:t>
            </a:r>
            <a:r>
              <a:rPr lang="en-US" dirty="0"/>
              <a:t>, The biggest breach of </a:t>
            </a:r>
            <a:r>
              <a:rPr lang="ar-SA" dirty="0"/>
              <a:t>لا إله إلا الله</a:t>
            </a:r>
          </a:p>
          <a:p>
            <a:r>
              <a:rPr lang="en-US" dirty="0" err="1"/>
              <a:t>Riaa</a:t>
            </a:r>
            <a:r>
              <a:rPr lang="en-US" dirty="0"/>
              <a:t>, the minor breach of </a:t>
            </a:r>
            <a:r>
              <a:rPr lang="ar-SA" dirty="0"/>
              <a:t>لا إله الا الله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66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126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لا إله إلا الله The Meaning</vt:lpstr>
      <vt:lpstr>Significance of the Subject</vt:lpstr>
      <vt:lpstr>Meaning of لا إله إلا الله</vt:lpstr>
      <vt:lpstr>The Issue of Ibaadah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snek rb</dc:creator>
  <cp:lastModifiedBy>snek rb</cp:lastModifiedBy>
  <cp:revision>11</cp:revision>
  <dcterms:created xsi:type="dcterms:W3CDTF">2025-10-16T12:04:05Z</dcterms:created>
  <dcterms:modified xsi:type="dcterms:W3CDTF">2025-10-16T14:27:56Z</dcterms:modified>
</cp:coreProperties>
</file>