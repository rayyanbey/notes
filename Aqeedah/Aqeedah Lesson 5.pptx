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0F861-DACE-A114-E138-4208AE97B4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AB2BF-3DE0-AB75-620B-88C1B71037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09A17-8D38-324A-AEE6-2734A0A61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B3400-9AFA-41DA-B755-66FF9473853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2A569-5BF8-9663-4B9C-535261696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624ED-D250-02D8-E53E-43957F011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5D66-731B-4106-9AF1-BE1418F19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900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B9DD3-579B-9F6B-25BA-B18E083C0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54CDF-D482-E31D-62BA-1F49938C1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100E0-F6A1-121A-B4DB-C18215D36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B3400-9AFA-41DA-B755-66FF9473853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532F3-BA11-33EC-69A7-F06D0F7C0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2A687-1132-2E1A-C6C3-ACA5F32E0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5D66-731B-4106-9AF1-BE1418F19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97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1876C-61D8-117F-D508-550BB8B4A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88AF2-A94C-2ECB-CA00-894EE180D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8A628-3576-CE8B-124F-92E63391C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B3400-9AFA-41DA-B755-66FF9473853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9065A-E840-A3FC-1FD5-9C7CBDF46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CBE3B-A34E-A681-1704-5BD083589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5D66-731B-4106-9AF1-BE1418F19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03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FCF9-C84A-25CE-2F51-6B28A3CD0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A49D2-39F3-69F3-B8A1-BFAE653B63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9EFC0C-5A2F-DAA1-0F2F-0E550144B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4F8C0-E444-A47F-F694-F3CE7A8FC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B3400-9AFA-41DA-B755-66FF9473853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137962-DCD1-3770-AC4C-442DA9C9F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612CF7-8119-404E-9AB1-538656F77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5D66-731B-4106-9AF1-BE1418F19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59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84E0-AC53-3A6D-591E-A751898C4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75716-7F74-DB6C-ABEC-28231EF97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9538B3-EEB4-2ADC-2AE9-3F757AB57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7C2455-37B2-C878-49A2-59FC91CF5E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FAC213-266A-D463-58F3-9315693FD6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7DA6C6-97A5-6091-EB07-791686279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B3400-9AFA-41DA-B755-66FF9473853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889512-1C59-BED1-1696-A2E60008B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71D953-BD4A-A914-E3D9-6E2500D79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5D66-731B-4106-9AF1-BE1418F19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813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1F8B6-FE30-491B-F47C-B231A8D51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612CD2-57B7-F1AF-4704-AAE8D8604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B3400-9AFA-41DA-B755-66FF9473853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495599-8B09-8142-D282-FBC8FB8CA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40CD15-21D6-CD88-2AE1-DD6EFF9FE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5D66-731B-4106-9AF1-BE1418F19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276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1E004F-1FC5-93F7-9395-26AA96707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B3400-9AFA-41DA-B755-66FF9473853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DEEB90-F09F-1C06-9EF2-03ECF70E7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91D63-45CD-45D5-E8CD-2BBF06A52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5D66-731B-4106-9AF1-BE1418F19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03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E474C-53C0-AA7B-B86A-97870D1FF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62B42-2076-BA06-89BB-8BF7D7D6D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B2A635-1937-76F8-42C1-C5CEFDF9CE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5F69D-5853-3459-F741-79D1218F4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B3400-9AFA-41DA-B755-66FF9473853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FA5CE-27F9-018B-36AD-E6C83AB2B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9F038-FC87-F9FB-42ED-47C11DB83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5D66-731B-4106-9AF1-BE1418F19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100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46614-1F94-1DEA-697E-1784E1489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C11755-EBEF-20CB-B1F3-732FDFD03A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A8C26C-2F2F-A9A7-69BB-49B6B0F004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1B6D06-309C-0C96-0C4C-BC63B2F0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B3400-9AFA-41DA-B755-66FF9473853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566E3C-71FC-E08B-4CBA-DAB880DA0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74C024-A1BC-BDB4-E892-CADEC86B3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5D66-731B-4106-9AF1-BE1418F19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024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26AB8-30E6-1B29-BBBA-EA1D3B753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F3FF28-BE17-B41E-DAAA-F57A3A7693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54B41-A93D-1B99-452B-7F083203D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B3400-9AFA-41DA-B755-66FF9473853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278B6-B7E8-4F5A-9832-7BD7BEBDC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E5284-69E5-2214-AC2C-896283D9A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5D66-731B-4106-9AF1-BE1418F19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339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C783DB-0C65-836B-115E-D095FF2976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7AFF9E-02B1-3F65-A365-EDA0CF071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02B57-8081-D248-A845-CC999B501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B3400-9AFA-41DA-B755-66FF9473853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0DC9D-0A10-8C88-F540-8E2B14BDF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93E9E-8773-96EC-95CE-57C9E08BF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5D66-731B-4106-9AF1-BE1418F19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84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AAFE3E-AB07-5312-8B31-F2E4F2083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03D1B-1369-37F0-E068-F7666A2DB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0BAB7-2162-8546-7B85-A92F72EEFB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EB3400-9AFA-41DA-B755-66FF9473853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B38F8-AD3A-EA77-7271-FF183ED4E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4A930-9A50-3C76-3B85-98E9BA20E1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D5D66-731B-4106-9AF1-BE1418F19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227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quran.ksu.edu.sa/tafseer/katheer/sura6-aya163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DCE44-61E0-8F53-6F46-77B7F75983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A" dirty="0">
                <a:solidFill>
                  <a:srgbClr val="00B050"/>
                </a:solidFill>
              </a:rPr>
              <a:t>لا إله إلا الله</a:t>
            </a:r>
            <a:br>
              <a:rPr lang="en-US" dirty="0"/>
            </a:br>
            <a:r>
              <a:rPr lang="en-US" dirty="0"/>
              <a:t>Meaning and Conditions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813F68-BB14-0827-C20B-48410EF348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Lesson </a:t>
            </a:r>
            <a:r>
              <a:rPr lang="ur-PK" sz="4000">
                <a:solidFill>
                  <a:schemeClr val="accent3">
                    <a:lumMod val="75000"/>
                  </a:schemeClr>
                </a:solidFill>
              </a:rPr>
              <a:t>5</a:t>
            </a:r>
            <a:endParaRPr lang="en-US" sz="4000" dirty="0">
              <a:solidFill>
                <a:schemeClr val="accent3">
                  <a:lumMod val="75000"/>
                </a:schemeClr>
              </a:solidFill>
            </a:endParaRPr>
          </a:p>
          <a:p>
            <a:pPr algn="l"/>
            <a:r>
              <a:rPr lang="en-US" dirty="0"/>
              <a:t>Chapter: 6,7</a:t>
            </a:r>
          </a:p>
          <a:p>
            <a:pPr algn="r"/>
            <a:r>
              <a:rPr lang="en-US" dirty="0">
                <a:solidFill>
                  <a:srgbClr val="92D050"/>
                </a:solidFill>
              </a:rPr>
              <a:t>Prepared by: Hamid Kamaluddin</a:t>
            </a:r>
          </a:p>
        </p:txBody>
      </p:sp>
    </p:spTree>
    <p:extLst>
      <p:ext uri="{BB962C8B-B14F-4D97-AF65-F5344CB8AC3E}">
        <p14:creationId xmlns:p14="http://schemas.microsoft.com/office/powerpoint/2010/main" val="777117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C5645-51A1-C350-F01A-1AD46DD60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Absolute Devotion, Commitment, Surrender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7F539-6522-EC73-59BE-37106E0C2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ar-SA" sz="6000" b="1" dirty="0">
                <a:solidFill>
                  <a:srgbClr val="00B050"/>
                </a:solidFill>
              </a:rPr>
              <a:t>إِنَّ صَلَاتِي وَنُسُكِي وَمَحْيَايَ وَمَمَاتِي لِلَّهِ رَبِّ الْعَالَمِينَ (162) </a:t>
            </a:r>
            <a:r>
              <a:rPr lang="ar-SA" sz="6000" b="1" dirty="0">
                <a:solidFill>
                  <a:srgbClr val="00B05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لَا شَرِيكَ لَهُ ۖ وَبِذَٰلِكَ أُمِرْتُ وَأَنَا أَوَّلُ الْمُسْلِمِينَ</a:t>
            </a:r>
            <a:endParaRPr lang="en-US" sz="6000" b="1" dirty="0">
              <a:solidFill>
                <a:srgbClr val="00B050"/>
              </a:solidFill>
            </a:endParaRPr>
          </a:p>
          <a:p>
            <a:pPr algn="l"/>
            <a:r>
              <a:rPr lang="en-US" sz="6000" b="1" dirty="0" err="1">
                <a:solidFill>
                  <a:srgbClr val="00B050"/>
                </a:solidFill>
              </a:rPr>
              <a:t>Nagation</a:t>
            </a:r>
            <a:r>
              <a:rPr lang="en-US" sz="6000" b="1" dirty="0">
                <a:solidFill>
                  <a:srgbClr val="00B050"/>
                </a:solidFill>
              </a:rPr>
              <a:t> of “</a:t>
            </a:r>
            <a:r>
              <a:rPr lang="en-US" sz="6000" b="1" dirty="0" err="1">
                <a:solidFill>
                  <a:srgbClr val="00B050"/>
                </a:solidFill>
              </a:rPr>
              <a:t>ghairullah</a:t>
            </a:r>
            <a:r>
              <a:rPr lang="en-US" sz="6000" b="1" dirty="0">
                <a:solidFill>
                  <a:srgbClr val="00B050"/>
                </a:solidFill>
              </a:rPr>
              <a:t>” in every form of worship</a:t>
            </a:r>
            <a:endParaRPr lang="en-US" sz="5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5044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946D1-2646-30B8-BDC4-E03E7B001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1E253-5C19-BC6A-D01F-C3523A8D2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Seeking Shifa</a:t>
            </a:r>
          </a:p>
          <a:p>
            <a:r>
              <a:rPr lang="en-US" dirty="0"/>
              <a:t>While making Tawaf</a:t>
            </a:r>
          </a:p>
          <a:p>
            <a:r>
              <a:rPr lang="en-US" dirty="0"/>
              <a:t>Seeking help</a:t>
            </a:r>
          </a:p>
          <a:p>
            <a:r>
              <a:rPr lang="en-US" dirty="0"/>
              <a:t>Sacrificing</a:t>
            </a:r>
          </a:p>
          <a:p>
            <a:r>
              <a:rPr lang="en-US" dirty="0"/>
              <a:t>Swearing</a:t>
            </a:r>
          </a:p>
          <a:p>
            <a:r>
              <a:rPr lang="en-US" dirty="0"/>
              <a:t>Calling on Allah by </a:t>
            </a:r>
            <a:r>
              <a:rPr lang="en-US"/>
              <a:t>the virtue of His Noble Names</a:t>
            </a:r>
          </a:p>
        </p:txBody>
      </p:sp>
    </p:spTree>
    <p:extLst>
      <p:ext uri="{BB962C8B-B14F-4D97-AF65-F5344CB8AC3E}">
        <p14:creationId xmlns:p14="http://schemas.microsoft.com/office/powerpoint/2010/main" val="3483732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AD5A0-D668-99CB-8E62-5FCCE4307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D08C8-E41B-A0D8-9643-77BEBFA1A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Struggle on </a:t>
            </a:r>
            <a:r>
              <a:rPr lang="en-US" i="1" dirty="0"/>
              <a:t>Ikhlas</a:t>
            </a:r>
          </a:p>
          <a:p>
            <a:r>
              <a:rPr lang="en-US" dirty="0"/>
              <a:t>Two conditions for an action to be acceptable: </a:t>
            </a:r>
            <a:r>
              <a:rPr lang="en-US" i="1" dirty="0"/>
              <a:t>Ikhlas</a:t>
            </a:r>
            <a:r>
              <a:rPr lang="en-US" dirty="0"/>
              <a:t> and </a:t>
            </a:r>
            <a:r>
              <a:rPr lang="en-US" i="1" dirty="0"/>
              <a:t>Sunnah</a:t>
            </a:r>
          </a:p>
          <a:p>
            <a:r>
              <a:rPr lang="en-US" dirty="0"/>
              <a:t>Focusing on “Allah” not the “people”</a:t>
            </a:r>
          </a:p>
          <a:p>
            <a:r>
              <a:rPr lang="en-US" i="1" dirty="0"/>
              <a:t>Ikhlas</a:t>
            </a:r>
            <a:r>
              <a:rPr lang="en-US" dirty="0"/>
              <a:t>: Be indifferent to people’s pleasure or displeasure.</a:t>
            </a:r>
          </a:p>
          <a:p>
            <a:r>
              <a:rPr lang="en-US" dirty="0"/>
              <a:t>Not to “engage” creature, unless it is required by the Shariah.</a:t>
            </a:r>
          </a:p>
          <a:p>
            <a:r>
              <a:rPr lang="en-US" dirty="0"/>
              <a:t>Two sins that are contrary to Ikhlas: </a:t>
            </a:r>
            <a:r>
              <a:rPr lang="en-US" i="1" dirty="0" err="1"/>
              <a:t>Riaa</a:t>
            </a:r>
            <a:r>
              <a:rPr lang="en-US" dirty="0"/>
              <a:t> and </a:t>
            </a:r>
            <a:r>
              <a:rPr lang="en-US" i="1" dirty="0" err="1"/>
              <a:t>U’jb</a:t>
            </a:r>
            <a:r>
              <a:rPr lang="en-US" dirty="0"/>
              <a:t>.</a:t>
            </a:r>
          </a:p>
          <a:p>
            <a:pPr algn="r" rtl="1"/>
            <a:r>
              <a:rPr lang="ar-SA" dirty="0"/>
              <a:t>خبيئة بينك وبين الله!!! </a:t>
            </a:r>
            <a:r>
              <a:rPr lang="en-US" dirty="0"/>
              <a:t>A secret between you and Allah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483393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151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لا إله إلا الله Meaning and Conditions</vt:lpstr>
      <vt:lpstr>An Absolute Devotion, Commitment, Surrender</vt:lpstr>
      <vt:lpstr>Applications 1</vt:lpstr>
      <vt:lpstr>Applications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snek rb</dc:creator>
  <cp:lastModifiedBy>snek rb</cp:lastModifiedBy>
  <cp:revision>13</cp:revision>
  <dcterms:created xsi:type="dcterms:W3CDTF">2025-10-02T13:41:23Z</dcterms:created>
  <dcterms:modified xsi:type="dcterms:W3CDTF">2025-10-16T12:03:13Z</dcterms:modified>
</cp:coreProperties>
</file>